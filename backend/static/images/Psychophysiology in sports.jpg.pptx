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2C348-4BAD-4CBA-8CEB-6D313605E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CFD0FB-60AB-4BAE-94FF-4460F9760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6C847-1F1B-411C-BC83-376FD31A7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8EEE-44C1-46CB-9D6C-C1F4014DDAC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F7D5C-5B31-4695-B92B-970A8EF1A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1D5AA-8D72-4A07-B2AF-E779D3701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0A915-DC0B-4581-BBF7-732AF428C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99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79975-95D5-4E1D-9249-D93D3C26C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A90BC-A23B-4CF7-A550-30D11771D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E6E63-809B-4083-8A6D-CF1C2D54B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8EEE-44C1-46CB-9D6C-C1F4014DDAC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C3940-EDE9-4BC5-ABEA-C90FF579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7D01-783D-4DE9-94F1-BF4E1BD3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0A915-DC0B-4581-BBF7-732AF428C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776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F80D4-7D57-461A-9177-3F21942D5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5E522-194E-4B56-81C1-B91D14A6F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65F42-E3A8-4D7E-988E-E41ED3E10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8EEE-44C1-46CB-9D6C-C1F4014DDAC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8A317-3022-48ED-A73E-54972EF40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5475F-BD48-4D04-97A1-75DD5C43A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0A915-DC0B-4581-BBF7-732AF428C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93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5D2BF-A0C0-4A6A-B9D7-72308CF8C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0EEC2-1253-4A62-9D30-E340F46B75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0DA48-C710-4AFA-8817-F4A09BD92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61B2F-8576-4B52-84CB-E86BC005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8EEE-44C1-46CB-9D6C-C1F4014DDAC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7BFD2-705F-49B8-B2A2-CA977DCB1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08F80-D7C5-44CA-A0AB-6CDC2506A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0A915-DC0B-4581-BBF7-732AF428C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405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EF3E0-6438-4A7F-AB00-03BB305E4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3336E-E187-4F9D-BD4D-514E97A8E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9E3DD4-5969-48C5-A03B-F6D374C68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AA370B-2E99-4BC0-B910-71FC117303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A3A1CE-48C9-4C8B-86E5-8AD956A789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CB692-3DD0-4043-BAD3-8CD08C812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8EEE-44C1-46CB-9D6C-C1F4014DDAC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D29E42-02A2-41C4-950D-CA0CB59E0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917E1F-BB37-4F2E-8880-C603517CC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0A915-DC0B-4581-BBF7-732AF428C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020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50DFF-BBDF-4402-A6B0-AB54FEF48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B90C64-F739-4DCA-80DB-48A5B1796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8EEE-44C1-46CB-9D6C-C1F4014DDAC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4F7CD1-4B70-462E-BC5D-E14B29E1A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F6D3EA-C969-45DE-BA3C-5D2258785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0A915-DC0B-4581-BBF7-732AF428C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493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98166C-9D9B-4EC0-836C-ACC7A3AA8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8EEE-44C1-46CB-9D6C-C1F4014DDAC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FC2E7D-8DDC-48AC-8AB3-C5D73618D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4FAEA-627F-4183-8228-AECC56AA0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0A915-DC0B-4581-BBF7-732AF428C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85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C76CF-07CC-4796-A038-B6097BD40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C7DDC-08A4-4D48-B176-5AD6B2390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3C01C-EF06-4723-8A37-0853249C1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3E48B-A727-4F81-871D-1AF92D252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8EEE-44C1-46CB-9D6C-C1F4014DDAC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84109-0ECF-41A0-9C3E-5CB0C977E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9CDED-9B86-4F13-A3C7-A1A20A15B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0A915-DC0B-4581-BBF7-732AF428C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98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CFB37-B9BE-4853-B6C1-2F4F5B8AF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F77069-C8EC-4F85-9D56-6371AC338A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8DEDD-4B4C-45F9-89ED-098415969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57093-B842-4793-9797-7DBF723E0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8EEE-44C1-46CB-9D6C-C1F4014DDAC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C41C4-4783-42D7-BEA2-5C99E9798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0C259-BA03-4B9B-BA41-FDBDD0CC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0A915-DC0B-4581-BBF7-732AF428C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291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24147-73F2-4A3D-ABBA-CA43D87F4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DCC03-5119-46CF-8442-C3C4F7042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C430D-2405-49AA-9724-1E082C015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8EEE-44C1-46CB-9D6C-C1F4014DDAC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A279C-D935-4D70-928A-104D5FF55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CB3E5-9C77-4061-B0D8-A11B2668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0A915-DC0B-4581-BBF7-732AF428C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21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4CFA2E-7893-4DB2-934D-451C533A76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A49C1-2736-4393-B04C-B6A9EABB71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CD525-81D9-4460-BEDC-DE8F239AE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8EEE-44C1-46CB-9D6C-C1F4014DDAC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F0FFE-A0E2-4AD3-B0C2-C343B7868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1BAC4-FD07-441F-96E7-A014F055F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0A915-DC0B-4581-BBF7-732AF428C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23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CAF0F9-A887-4BF8-A7AF-CDEFF48F7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261F6-2AD9-42F8-B7F3-64F85D9D1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CE8A8-27EC-45A0-9430-06B0344505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88EEE-44C1-46CB-9D6C-C1F4014DDAC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7F545-3D4C-4428-86E0-F28ABE6D08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ECD0D-3DF3-47A9-A37C-2ECB04DDAF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0A915-DC0B-4581-BBF7-732AF428C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288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B0626-707B-4128-9AC4-4AFD98CD22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US" sz="8800" dirty="0">
                <a:solidFill>
                  <a:schemeClr val="bg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Psychophysiology in sports</a:t>
            </a:r>
          </a:p>
        </p:txBody>
      </p:sp>
      <p:pic>
        <p:nvPicPr>
          <p:cNvPr id="1026" name="Picture 2" descr="Psychophysiology - Sports Psychology ...">
            <a:extLst>
              <a:ext uri="{FF2B5EF4-FFF2-40B4-BE49-F238E27FC236}">
                <a16:creationId xmlns:a16="http://schemas.microsoft.com/office/drawing/2014/main" id="{17935DF0-0773-4254-978D-0EF04A804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1550" y="4281488"/>
            <a:ext cx="2628900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3129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Andalus</vt:lpstr>
      <vt:lpstr>Arial</vt:lpstr>
      <vt:lpstr>Calibri</vt:lpstr>
      <vt:lpstr>Calibri Light</vt:lpstr>
      <vt:lpstr>Office Theme</vt:lpstr>
      <vt:lpstr>Psychophysiology in sports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Psychophysiology in sports</dc:title>
  <dc:creator>Ali Mohebbi</dc:creator>
  <cp:lastModifiedBy>Ali Mohebbi</cp:lastModifiedBy>
  <cp:revision>2</cp:revision>
  <dcterms:created xsi:type="dcterms:W3CDTF">2025-12-07T06:46:36Z</dcterms:created>
  <dcterms:modified xsi:type="dcterms:W3CDTF">2025-12-07T06:47:16Z</dcterms:modified>
</cp:coreProperties>
</file>